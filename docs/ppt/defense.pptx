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面向智能家居的轻量化异常检测算法设计与实现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495E"/>
                </a:solidFill>
              </a:defRPr>
            </a:pPr>
            <a:r>
              <a:t>毕业答辩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答辩人：XXX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导师：XXX 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4495E"/>
                </a:solidFill>
              </a:defRPr>
            </a:pPr>
            <a:r>
              <a:t>XX大学 XX学院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个人简介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[个人照片]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姓名：XXX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学号：XXXXXXXX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专业：计算机科学与技术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研究方向：物联网安全、异常检测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基本信息：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本科毕业于XX大学计算机学院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研究方向：物联网安全、机器学习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技能：Python、PyTorch、Django、Vue</a:t>
            </a:r>
          </a:p>
          <a:p>
            <a:pPr>
              <a:defRPr sz="1600" b="1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研究成果：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发表学术论文X篇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参与科研项目X项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获得奖项X项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智能家居安全挑战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智能家居设备快速普及带来新的安全挑战：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  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设备数量激增：智能摄像头、门锁、插座等设备广泛部署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安全边界模糊：家庭网络面临端口扫描、越权控制、DDoS攻击等威胁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资源约束明显：家庭网关、边缘节点算力有限，难以运行复杂模型</a:t>
            </a:r>
          </a:p>
          <a:p>
            <a:pPr>
              <a:defRPr sz="1800" b="1">
                <a:solidFill>
                  <a:srgbClr val="3498DB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研究意义：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理论意义：探索轻量化异常检测方法，平衡检测精度与部署成本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实际价值：构建可部署的异常检测系统，提升智能家居安全防护能力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核心科学问题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核心问题：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如何在资源受限的智能家居环境中实现高效、准确的异常检测？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关键挑战：</a:t>
            </a:r>
          </a:p>
          <a:p>
            <a:pPr>
              <a:defRPr sz="1600" b="1">
                <a:solidFill>
                  <a:srgbClr val="3498DB"/>
                </a:solidFill>
              </a:defRPr>
            </a:pPr>
            <a:r>
              <a:t>1. 模型复杂度高：传统深度模型参数量大、推理慢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2. 数据分布复杂：设备异构、行为多样、异常稀缺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3. 部署成本高：边缘设备算力、内存、存储资源有限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研究目标：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推理延迟 ≤ 100 ms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内存占用 ≤ 30 MB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F1分数 ≥ 0.85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[问题示意图]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展示智能家居网络中的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异常检测场景：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正常流量（绿色）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异常流量（红色）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检测模型（蓝色）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研究内容概览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三大部分Pipeline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研究内容分为三个部分：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600" b="1">
                <a:solidFill>
                  <a:srgbClr val="000000"/>
                </a:solidFill>
              </a:defRPr>
            </a:pPr>
            <a:r>
              <a:t>第一部分：轻量化异常检测算法设计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数据集构建与预处理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轻量化特征体系构建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轻量化孤立森林模型设计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轻量化自编码器模型设计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集成检测与增量优化</a:t>
            </a:r>
          </a:p>
          <a:p>
            <a:pPr>
              <a:defRPr sz="1600" b="1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第二部分：系统设计与实现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系统总体架构设计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后端服务设计与实现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前端界面设计与实现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关键业务流程实现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第三部分：系统测试与结果分析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模型性能测试与对比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系统功能测试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系统性能测试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算法总体架构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轻量化异常检测总体流程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</a:defRPr>
            </a:pPr>
            <a:r>
              <a:t>[算法总体架构图]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 algn="ctr">
              <a:defRPr sz="1400">
                <a:solidFill>
                  <a:srgbClr val="000000"/>
                </a:solidFill>
              </a:defRPr>
            </a:pPr>
            <a:r>
              <a:t>数据构建 → 预处理 → 特征分析 → 模型训练 → 部署适配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详细流程：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1. 数据构建：公开数据 + 场景化模拟（10000条样本）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2. 预处理：清洗、编码、衍生特征、标准化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3. 特征分析：相关性分析、重要性排序、特征筛选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4. 模型训练：轻量化孤立森林、轻量化自编码器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5. 部署适配：集成检测、自适应阈值、增量优化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数据集构建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数据来源与统计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数据来源：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公开数据集：IoT-23（参考统计分布）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场景化模拟：智能摄像头、门锁、温控器等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样本组成（10000条）：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• 正常流量：8000条（80%）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异常流量：2000条（20%）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- DDoS攻击：700条（7%）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- 端口扫描：500条（5%）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- Mirai恶意流量：400条（4%）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- 越权访问：400条（4%）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数据划分：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训练集：8000条（8:2分层）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测试集：2000条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[数据统计图]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展示：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样本类别分布饼图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训练/测试集划分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特征分布直方图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轻量化特征体系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14维特征列表与重要性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14维轻量化特征体系：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基础流量特征（7维）：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duration（连接持续时间）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orig_bytes（源端字节数）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resp_bytes（目的端字节数）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orig_pkts（源端报文数）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resp_pkts（目的端报文数）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• orig_ip_bytes（源端IP字节数）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resp_ip_bytes（目的端IP字节数）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类别编码特征（3维）：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• proto_encoded（协议类型编码）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service_encoded（服务类型编码）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conn_state_encoded（连接状态编码）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衍生统计特征（4维）：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bytes_ratio（收发字节比）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pkts_ratio（收发包比）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bytes_per_second（每秒字节数）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pkts_per_second（每秒包数）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[特征重要性图]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Top 5特征：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1. service_encoded (0.2154)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2. conn_state_encoded (0.2082)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3. duration (0.1278)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4. resp_bytes (0.0960)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5. orig_bytes (0.0831)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轻量化孤立森林（1/3）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算法原理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</a:defRPr>
            </a:pPr>
            <a:r>
              <a:t>[轻量化孤立森林算法原理图]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核心思想：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异常样本在特征空间中分布稀疏，更容易通过随机划分被快速孤立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异常分数计算：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s(x,n) = 2^(-E[h(x)]/c(n))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其中：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E[h(x)]：样本在树中的平均路径长度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• c(n)：归一化常数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轻量化策略：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减少树数量：50棵（标准100-200棵）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限制采样规模：256（控制树深度）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限制最大深度：8层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轻量化孤立森林（2/3）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参数配置与性能对比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参数配置：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 参数 | 取值 | 说明 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|------|------|------|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 n_estimators | 50 | 树数量 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 max_samples | 256 | 每棵树采样规模 |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| max_depth | 8 | 最大树深 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 contamination | 0.2 | 预设异常比例 |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轻量化效果：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推理计算量降低约60%-75%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模型文件大小：0.67 MB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平均推理时间：2.02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[性能对比图]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展示：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不同树数量下的F1分数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不同采样规模下的推理时间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轻量化前后的性能对比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轻量化孤立森林（3/3）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</a:defRPr>
            </a:pPr>
            <a:r>
              <a:t>[实验结果图]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测试集性能：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准确率：0.8195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精确率：0.5286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召回率：0.9000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F1分数：0.6660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误报率：20.06%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漏报率：10.00%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分析：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优势：召回率高，能够敏感地发现异常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• 不足：误报率偏高，需要阈值校准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轻量化指标：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模型文件大小：0.67 MB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平均推理时间：2.02 ms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满足边缘部署要求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轻量化自编码器（1/3）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网络结构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</a:defRPr>
            </a:pPr>
            <a:r>
              <a:t>[轻量化自编码器网络结构图]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网络结构：14→4→2→4→14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输入层（14维）→ 隐藏层（4维）→ 潜在层（2维）→ 隐藏层（4维）→ 输出层（14维）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参数量：仅152个参数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前向传播：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h₁ = ReLU(W₁ᵀx + b₁)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z = ReLU(W₂ᵀh₁ + b₂)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h₂ = ReLU(W₃ᵀz + b₃)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x̂ = W₄ᵀh₂ + b₄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特点：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对称结构，编码-解码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潜在空间维度：2（压缩比7:1）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激活函数：ReLU（隐藏层），线性（输出层）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轻量化自编码器（2/3）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训练策略与损失曲线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训练策略：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损失函数：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L_MSE = (1/N) Σ‖x_i - x̂_i‖²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优化器：Adam（初始学习率0.001）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训练技巧：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• 学习率调度：ReduceLROnPlateau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梯度裁剪：L2范数≤1.0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早停机制：patience=10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仅使用正常样本训练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训练结果：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训练轮数：50轮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最终训练损失：0.0234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验证损失：0.0256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[损失曲线图]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展示：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训练损失曲线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验证损失曲线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学习率变化曲线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轻量化自编码器（3/3）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量化处理结果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</a:defRPr>
            </a:pPr>
            <a:r>
              <a:t>[量化处理结果图]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测试集性能：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准确率：0.9510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精确率：0.8133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召回率：0.9800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F1分数：0.8889 ✓（目标≥0.85）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误报率：5.63%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漏报率：2.00% ✓（目标≤3%）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量化效果：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FP32模型大小：0.005 MB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• INT8模型大小：0.002 MB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压缩比：2.5x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推理时间：0.048 ms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分析：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综合性能最优，达到项目目标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模型体积极小，适合边缘部署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误报率略高，可进一步优化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集成检测与增量优化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多模型融合与自适应阈值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集成策略：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融合方法：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多数投票（Majority Voting）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加权投票（Weighted Voting）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软投票（Soft Voting）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Stacking元学习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加权投票权重：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轻量化孤立森林：0.45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轻量化自编码器：0.35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KNN：0.20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自适应阈值：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监控近期预测结果分布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误报率上升→上移阈值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漏报率上升→下移阈值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[自适应阈值图]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展示：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阈值调整过程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误报率变化曲线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漏报率变化曲线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分层架构设计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</a:defRPr>
            </a:pPr>
            <a:r>
              <a:t>[系统分层架构图]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表现层（Vue 3 + Element Plus + ECharts）：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首页安全概览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实时检测页面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历史记录页面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设备管理页面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性能监控页面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业务服务层（Django + DRF）：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用户认证与权限管理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设备管理 Service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异常检测 Service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告警管理 Service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• 日志审计 Service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数据持久层（MySQL）：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用户表、设备表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检测记录表、告警表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日志表、配置表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算法支撑层（预训练模型）：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轻量化孤立森林模型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轻量化自编码器模型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特征标准化器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后端设计与实现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Django架构与核心API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Django项目结构：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项目应用：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users：用户认证与权限管理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devices：设备管理与分组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detection：异常检测服务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• logs：告警与审计日志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common：公共组件与配置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技术栈：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Django 4.2：Web框架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DRF：RESTful API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SimpleJWT：JWT认证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Channels：WebSocket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drf-spectacular：API文档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495E"/>
                </a:solidFill>
              </a:defRPr>
            </a:pPr>
            <a:r>
              <a:t>核心API列表：</a:t>
            </a:r>
          </a:p>
          <a:p>
            <a:pPr>
              <a:defRPr sz="1200">
                <a:solidFill>
                  <a:srgbClr val="34495E"/>
                </a:solidFill>
              </a:defRPr>
            </a:pP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• POST /api/v1/auth/login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• POST /api/v1/auth/register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• GET /api/v1/devices/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• POST /api/v1/detection/detect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• POST /api/v1/detection/batch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• GET /api/v1/alerts/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• WebSocket /ws/detection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前端设计与实现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Vue3界面与功能模块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[Vue3界面截图]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展示：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登录页面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首页安全概览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实时检测页面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• 设备管理页面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功能模块：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登录与注册：JWT认证、路由守卫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首页安全概览：统计卡片、威胁分布、检测趋势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实时检测：单条检测、批量检测、持续检测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历史记录：异常记录查询、筛选、导出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设备管理：卡片/拓扑视图、安全评分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性能监控：KPI卡片、趋势图、散点图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操作日志：审计追踪、操作记录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系统测试与结果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模型对比与系统性能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</a:defRPr>
            </a:pPr>
            <a:r>
              <a:t>[模型性能对比表]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| 模型 | 准确率 | F1分数 | 推理时间(ms) | 模型大小(MB) 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|------|--------|--------|--------------|--------------|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 SVM | 0.9950 | 0.9873 | 0.0687 | 0.0242 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 KNN | 0.9930 | 0.9822 | 0.3109 | 1.1527 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 轻量化自编码器 | 0.9510 | 0.8889 | 0.0483 | 0.0050 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 轻量化孤立森林 | 0.8195 | 0.6660 | 2.0177 | 0.6658 |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系统性能：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• 单条检测接口：毫秒级响应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批量检测：支持CSV上传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持续检测：5秒轮询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前端加载：首屏1.2MB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测试结论：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轻量化自编码器综合性能最优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系统功能完整，形成业务闭环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满足边缘部署要求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总结与致谢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研究成果与创新点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研究成果：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构建了面向智能家居的轻量化异常检测数据集与特征体系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 • 10000条标准化样本，14维轻量化特征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2. 实现了两类轻量化检测模型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 • 轻量化自编码器：F1=0.8889，模型0.005MB，推理0.048ms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 • 轻量化孤立森林：召回率0.9，模型0.67MB，推理2.02ms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3. 完成了算法与系统的一体化落地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 • 前端Vue3 + 后端Django + 算法模型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4. 形成了完整的测试与分析闭环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   • 模型层 + 系统层双重验证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创新点：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轻量化模型设计：平衡精度与部署成本</a:t>
            </a:r>
          </a:p>
          <a:p>
            <a:pPr>
              <a:defRPr sz="1600" b="1">
                <a:solidFill>
                  <a:srgbClr val="E74C3C"/>
                </a:solidFill>
              </a:defRPr>
            </a:pPr>
            <a:r>
              <a:t>• 组合式特征体系：统计+编码+衍生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系统工程实现：算法到应用的完整闭环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致谢：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感谢导师的悉心指导，感谢实验室同学的支持，感谢家人和朋友的鼓励！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4495E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